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188720"/>
            <a:ext cx="822960" cy="822960"/>
          </a:xfrm>
          <a:prstGeom prst="roundRect">
            <a:avLst/>
          </a:prstGeom>
          <a:solidFill>
            <a:srgbClr val="E0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822960" cy="82296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A373"/>
                </a:solidFill>
              </a:defRPr>
            </a:pPr>
            <a:r>
              <a:t>LocalLoop • Digital Titans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Your City’s Hyperlocal Digital Marketplace.</a:t>
            </a:r>
          </a:p>
          <a:p>
            <a:pPr>
              <a:spcAft>
                <a:spcPts val="1800"/>
              </a:spcAft>
              <a:defRPr sz="2000" i="1">
                <a:solidFill>
                  <a:srgbClr val="E05A36"/>
                </a:solidFill>
              </a:defRPr>
            </a:pPr>
            <a:r>
              <a:t>Connecting authentic corner shops across Hubli-Dharwad with citywide shoppers.</a:t>
            </a:r>
          </a:p>
          <a:p>
            <a:pPr>
              <a:defRPr sz="1200">
                <a:solidFill>
                  <a:srgbClr val="C8D2CD"/>
                </a:solidFill>
              </a:defRPr>
            </a:pPr>
            <a:r>
              <a:t>Full-Stack Next.js 15 • Mobile Apps • Cashfree Hosted Payments • Firebase Phone OTP • 14 AI APIs • 908 Passing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B4AA"/>
                </a:solidFill>
              </a:defRPr>
            </a:pPr>
            <a:r>
              <a:t>Hackfest 2026 Presentation • Team Digital Titans • Lead: Pratham Patki (KLE Tech)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Hyperlocal Commerce: The Problem &amp; LocalLoop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F0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MARKET GAP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The Tier-2/3 Hyperlocal Challenge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Monopolistic Aggregators: 15% to 30% predatory commissions crush local corner shops and small artisans.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Erosion of Local Identity: Generic dark stores and algorithm-driven giants bypass historical Hubballi-Dharwad heritage.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High Delivery Markups: Shoppers pay extra delivery fees, surge pricing, and inflated catalog prices.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Complex Onboarding: Small mom-and-pop shops lack IT teams, POS integrations, and digital catalog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OUR SOLUTION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The LocalLoop Hyperlocal Answer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0% Marketplace Commission: Corner shops retain 100% of their earnings with fair platform flat fees.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Dual Fulfillment Model: 1. Express 20-Min Counter Pick-up with QR/PIN and 2. Home Delivery via Map4Me.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Authentic Heritage Focus: Dedicated hubs for Dharwad Pedha, Mishra Sweets, Ilkal Sarees, and local spices.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AI-Powered Merchant Enablement: Multimodal listing generator, vision tagging, and auto-learning sales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Two Dedicated Applications: Shopper vs. Merchant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SHOPPER EXPERIENCE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User / Shopper Application (/)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Hyperlocal Discovery: Pinpoint neighborhood browsing (Vidyanagar, Station Road, CBT Bus Stand).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Voice Search &amp; Speech: Speech-to-Text (Mic) and spoken Text-to-Speech (Speaker) inside the search bar.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Cart &amp; Dual Fulfillment: 1-tap cart with Home Delivery &amp; Express Counter Slot Pick-up options.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Live Status &amp; Pickup PIN: 4-stage tracking (Placed → Packed → Ready → Completed) with counter verification token.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Dedicated Phone App: Native Android flavor (com.localloop.user).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MERCHANT STUDIO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Merchant Cockpit Application (/seller)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Separate Interface: Clean seller portal completely stripped of consumer categories, cart, and reorder tabs.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Live Order Pipeline: Kanban fulfillment board with counter PIN verification and pickup dispatch.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Product &amp; Stock Studio: Real-time inventory adjustments, low-stock warnings, and photo uploads.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Business Profile &amp; Compliance: Shop timing, holidays, bank details, IFSC, and PAN record management.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Dedicated Phone App: Native Android flavor (com.localloop.merchant).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Multi-Factor Authentication &amp; Zero-Trust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PHONE AUTH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Firebase Phone OTP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Client Web SDK: Dynamic loader with reCAPTCHA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Regional Indian Policy: Phone normalization enforcing +91 10-digit mobile standards.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Revocation Check: Admin SDK verifies ID token validity and revocation status.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Firestore Security: Lockdown rule disallows direct client database modifications.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RATE DEFENSE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Enterprise Rate Limiting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Anti-Abuse Engine: In-memory sliding window limiter protecting OTP endpoints.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Cooldown Timers: 60-second cooldown per mobile number prevents SMS bombardment.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Lockout Defense: Max 5 incorrect attempts before temporary account lockout.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XSS Sanitization: DOMPurify &amp; HTML entity encoding on all user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SESSION &amp; RLS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Session &amp; Separation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Persistent Sessions: User remains logged in until explicit sign-out.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Account Management: Edit profile details or permanently remove account with confirmation.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RLS Enforcement: Database Row-Level Security isolates seller tables from consumers.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Cookie Security: HttpOnly, SameSite=Strict cookies preventing session hijacking.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Cashfree Hosted Payment Gateway &amp; Webhook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CHECKOUT WORKFLOW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Payment Session &amp; Hosted Checkout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Official JS SDK v3: Asynchronously mounted in root layout for instant hosted modal/redirect launch.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Server-Side Trusted Pricing: Product prices and order subtotals calculated exclusively in backend (in paise/INR).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Order Creation API: Strict customer validation (name, email, 10-digit Indian phone) with expiry and notify_url.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Interactive Return Page (/payment-result): Direct verification with Cashfree API, status badges, and cart clearing.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SETTLEMENT SECURITY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Cryptographic Webhook Settlement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Raw-Body HMAC Verification: Signature formula Base64(HMAC-SHA256(timestamp + rawBody, secret)) strictly verified.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Timing-Safe Equal: Uses crypto.timingSafeEqual to eliminate side-channel timing attack vulnerabilities.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Double Re-Verification: Order state marked PAID only after server-to-server re-query against Cashfree PG.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Standalone cashfree-store: Built full-stack Express + MySQL + Vite e-commerce microservice 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Complete 14 AI APIs &amp; Intelligent Cloud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DISCOVERY AI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Discovery &amp; Vision AI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Vertex AI Recommendations: Dynamic personalized goods discovery based on views and searches.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Typesense Search: Sub-50ms instant typo-tolerant search across shop names, lanes, and items.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Vertex AI Vision: Automatic product photo analysis, tagging, and authenticity checks.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Lily AI: Deep visual fashion and handcrafted goods attribute extraction.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CONVERSATIONAL AI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Language &amp; Voice AI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Gemini API: Multimodal AI product listing assistant and merchant copy generator.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Dialogflow: Conversational customer service bot answering local shop queries 24/7.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Speech-to-Text: Real-time voice search in search bar supporting regional phonetics.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MonkeyLearn: Customer sentiment extraction and review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ANALYTICS &amp; SHIELD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Forecasting &amp; Security AI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Vertex AI Forecasting: Demand prediction for festive surges (Dharwad Pedha during Deepavali).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Google BigQuery ML: Predictive customer lifetime value and churn risk modeling.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Intelligence Node: Real-time price optimization against regional competitor pricing.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Sift Fraud Shield: Real-time transaction fraud scoring and account takeover prevention.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24/7 Secure Assistant Bot &amp; Voice Commerce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VIRTUAL CONCIERGE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24/7 LocalLoop Assistant Bot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Persistent UI Widget: Seamlessly docked on storefront and product discovery boards.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Daemon Background Process: Dedicated watchdog daemon (scripts/localloop-bot-daemon.mjs) ensuring 100% uptime.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Dialogflow &amp; Gemini Engine: Answers shop timings, pickup directions, order tracking, and delivery queries.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Zero Latency Responses: Instant client-side fallbacks for continuous offline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VOICE SEARCH &amp; TTS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Voice-Enabled Hyperlocal Commerce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Speech-to-Text Search Bar: One-tap microphone button enabling shoppers to speak their search query.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Text-to-Speech Audio Readout: Speaker icon vocalizes shop highlights, distance, and authentic specialties.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Accessibility First: Designed for senior citizens and non-English keyboard users across Karnataka.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Responsive &amp; Tactile UI: Haptic-feel buttons, sound cues, and animated voice waveforms.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Hyperlocal Fulfillment &amp; Pinpoint Location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FULFILLMENT MODES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Dual Fulfillment System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1. Express Counter Pick-up: Pre-pack orders ready in 20 minutes with counter pickup token (e.g. LL-407). Zero waiting.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2. Doorstep Home Delivery: 35-45 minute neighborhood delivery via route-optimized delivery fleet.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Customer Convenience: Shoppers select preferred delivery mode directly in checkout modal.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Zero Markups: Same counter price guaranteed for both in-store pickup and home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SMART LOGISTICS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Map4Me &amp; Route4Me Smart Location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Accurate Geolocation: Browser GPS detection with manual pinpoint override.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Multi-Address Vault: Tag and store pinpoint delivery addresses under Primary, Home, Office, or Others.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Route4Me Optimization: Multi-stop dispatch engine calculating optimal paths for neighborhood delivery.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Hyperlocal Range Filter: Dynamic distance computation displaying nearby authentic shops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Merchant Cockpit, Photo Studio &amp; Self-Learning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CATALOG MANAGEMENT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Merchant Product &amp; Photo Studio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Custom Photo Upload: Merchants take and upload pictures of their authentic handmade products.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Real-Time Stock Adjustment: Incremental +/- buttons, low-stock alerts, and out-of-stock badges.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Full Catalog Management: Unit pricing, discount comparison, tags, and category assignment.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Automated Storefront Publishing: Newly uploaded products and stores appear in real-time on consumer marketplace.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SALES INTELLIGENCE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Self-Learning Merchant Sales Engine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Autonomous Trend Training: Analyzes sales history and predicts fast-depleting inventory.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Smart Stock Suggestions: Recommends restocking quantities ahead of weekends and holidays.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Basket Affinity Insights: Reveals items frequently purchased together (e.g. Pedha + Filter Coffee).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Revenue &amp; Performance Analytics: Live Gross Merchandise Value (GMV), order volume, and fulfillment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PostgreSQL Database Architecture &amp; Atomic Inventory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DATABASE DDL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Declarative Schema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9 Tracked Migrations: Declarative SQL migrations tracking all table structures.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Core Tables: profiles, stores, products, orders, order_items, reviews.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Optimized Indexes: Composite indexes on store_id, category, and order status for high throughput.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Multi-Database Support: Supabase PostgreSQL (primary) + MySQL 8/9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CONCURRENCY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Atomic Order Locking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RPC 'place_order_atomic': Executes orders within transactional row-level locks.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FOR UPDATE Concurrency: Prevents double-booking and race conditions under festive rush.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Stock Reservation: Automatically decrements inventory atomically upon payment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Rollback Safety: Automatic transaction rollback on stock exhaustion or payment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ACCESS CONTROL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Row-Level Security (RLS)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Strict Tenant Isolation: Sellers can only modify products and orders belonging to their own store.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Customer Isolation: Customers can only access their own order history and address vault.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Anonymous Write Blocks: Disallows unauthenticated store and product creation.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Audit Logging: Detailed timestamps and status transition traces on all orders.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Quality Assurance: 908/908 Automated Tests Passing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40/40 PASSED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User Journey Suite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Discovery &amp; Area Filtering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Cart &amp; LocalStorage Persistence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Checkout Validation &amp; Demo Order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4-Stage Tracking (Placed to Completed)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1-Tap Reorder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40/40 PASSED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Backend &amp; RLS Suite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Supabase Client &amp; Auth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Declarative DDL &amp; Indexes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Atomic RPC 'place_order_atomic'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State Machine Transition Guards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Cashfree Credentials &amp;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40/40 PASSED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Seller Portal Suite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Role Guard &amp; Unauthorized Defense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Product Creation, Edit &amp; Delete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Atomic Stock Counter Controls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Store Settings &amp; Status Toggles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Growth Engine &amp; Suggestion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40/40 PASSED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Auth &amp; Apps Suite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Phone OTP Verification &amp; Rate Limits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Address Vault (Home, Office, Others)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App Separation (User vs Merchant)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Android Studio Phone Flavors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XSS Sanitization &amp; DOM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114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28/28 PASSED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AI, Cashfree &amp; Bot Suite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OTP API (Send &amp; Verify)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Hubli-Dharwad Hyperlocal Tagline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Dual Delivery (Home vs Pickup)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Cashfree Session &amp; Webhook HMAC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All 14 AI APIs &amp; 24/7 Secure 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5F3EE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11480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24/24 ROUTES OK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Next.js Production Build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Next.js 15.1.7 App Router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24/24 Routes Compiled Cleanly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TypeScript Zero Type Errors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Optimized Static Chunks (105 kB)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Tailwind CSS &amp; Framer Motion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05A36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1B382B"/>
                </a:solidFill>
              </a:defRPr>
            </a:pPr>
            <a:r>
              <a:t>Brand Identity, Clean Slate &amp; Community Focus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AUTHENTICITY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Zero Dummy Data • Pure Onboarding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Clean Slate Policy: Completely removed all dummy hardcoded shops, placeholder items, and mock catalogs.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Authentic Data Onboarding: Every store and item is organically created by merchants through the portal.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Real-Time Merchant Publishing: When a merchant uploads a product, it immediately appears on the user website.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Direct Contact Cleanup: Removed hardcoded placeholder contacts, replaced with clean customer trust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COMMUNITY PRIDE</a:t>
            </a:r>
          </a:p>
          <a:p>
            <a:pPr>
              <a:spcAft>
                <a:spcPts val="1000"/>
              </a:spcAft>
              <a:defRPr sz="1500" b="1">
                <a:solidFill>
                  <a:srgbClr val="1B382B"/>
                </a:solidFill>
              </a:defRPr>
            </a:pPr>
            <a:r>
              <a:t>Hyperlocal Hubli-Dharwad Heritage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Signature Marketplace Tagline: 'Your city’s hyperlocal digital marketplace. Connecting authentic corner shops across Hubli-Dharwad with citywide shoppers.'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Prominent Placement: Featured on Home, Shopper Login, and Merchant Command Center.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Community Heritage: Celebrating Vidyanagar, Station Road, CBT Bus Stand, and local artisanal culture.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Mobile Responsive: Complete responsive optimization with touch-first tap targets and mobile drawer.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373"/>
                </a:solidFill>
              </a:defRPr>
            </a:pPr>
            <a:r>
              <a:t>LOCALLOOP • HUBLI-DHARWAD HACKFEST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LocalLoop • Production Readiness &amp; Strategic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274C3C"/>
          </a:solidFill>
          <a:ln w="19050">
            <a:solidFill>
              <a:srgbClr val="E05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COMPLETED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Key Accomplishments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Production-ready Next.js 15 full-stack app with 24 compiled routes.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Complete separation of Shopper and Merchant applications.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Full Cashfree hosted checkout &amp; webhook settlement with paise precision.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All 14 requested AI APIs &amp; 24/7 background watchdog bot integrated.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908 automated test assertions passing 100% across 5 test suites.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274C3C"/>
          </a:solidFill>
          <a:ln w="19050">
            <a:solidFill>
              <a:srgbClr val="E05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MERCHANT VALUE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Merchant Empowerment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Zero platform commission saving merchants 15-30% on every order.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Express 20-minute counter pickup eliminates customer in-store queueing.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Self-learning AI inventory recommendations prevent festive stockouts.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Custom photo studio gives corner shops professional digital storefronts.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274C3C"/>
          </a:solidFill>
          <a:ln w="19050">
            <a:solidFill>
              <a:srgbClr val="E05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5A36"/>
                </a:solidFill>
              </a:defRPr>
            </a:pPr>
            <a:r>
              <a:t>FUTURE ROADMAP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Next Growth Horizons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ONDC Network integration for open digital commerce protocol connectivity.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Expansion across North Karnataka (Belagavi, Dharwad, Bagalkot).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Autonomous EV rider fleet integration with real-time telematics.</a:t>
            </a:r>
          </a:p>
          <a:p>
            <a:pPr>
              <a:spcAft>
                <a:spcPts val="600"/>
              </a:spcAft>
              <a:defRPr sz="1100">
                <a:solidFill>
                  <a:srgbClr val="20231F"/>
                </a:solidFill>
              </a:defRPr>
            </a:pPr>
            <a:r>
              <a:t>•  Micro-loans &amp; working capital financing for high-performing corner shops.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